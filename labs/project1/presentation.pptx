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3999" y="2162286"/>
            <a:ext cx="75337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Установка </a:t>
            </a:r>
            <a:r>
              <a:rPr lang="en-US" sz="2000" dirty="0"/>
              <a:t>Kali Linux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НБИбд-02-24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>
              <a:buSzPts val="2800"/>
            </a:pPr>
            <a:r>
              <a:rPr lang="ru-RU" dirty="0"/>
              <a:t>Установка дистрибутива </a:t>
            </a:r>
            <a:r>
              <a:rPr lang="en-US" dirty="0"/>
              <a:t>Kali Linux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Установка дистрибутива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Установка дистрибутива </a:t>
            </a:r>
            <a:r>
              <a:rPr lang="ru-RU" dirty="0" err="1"/>
              <a:t>Kali</a:t>
            </a:r>
            <a:r>
              <a:rPr lang="ru-RU" dirty="0"/>
              <a:t> Linux на виртуальную машину с сайта https://www.kali.org/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B11E58-DB44-35C7-6C95-03D5A9164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45499"/>
            <a:ext cx="6580682" cy="35664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Добавление дистрибутива в виртуальную машину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Нажимаем добавить и появляется дистрибутив </a:t>
            </a:r>
            <a:r>
              <a:rPr lang="en-US" dirty="0"/>
              <a:t>K</a:t>
            </a:r>
            <a:r>
              <a:rPr lang="ru-RU" dirty="0" err="1"/>
              <a:t>ali</a:t>
            </a:r>
            <a:r>
              <a:rPr lang="ru-RU" dirty="0"/>
              <a:t>: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9B4F5D-BAC3-27B2-AE16-E6CB50424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52274"/>
            <a:ext cx="6668431" cy="3324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Вход в ОС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Вводим логин и пароль и входим в систему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E32C0B-35DA-4CDE-69BF-961658FE5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90593"/>
            <a:ext cx="4886696" cy="41154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выполнения первого этапа проектной работы был установлен дистрибутив </a:t>
            </a:r>
            <a:r>
              <a:rPr lang="en-US" dirty="0"/>
              <a:t>K</a:t>
            </a:r>
            <a:r>
              <a:rPr lang="ru-RU" dirty="0" err="1"/>
              <a:t>ali</a:t>
            </a:r>
            <a:r>
              <a:rPr lang="ru-RU" dirty="0"/>
              <a:t> </a:t>
            </a:r>
            <a:r>
              <a:rPr lang="en-US" dirty="0"/>
              <a:t>L</a:t>
            </a:r>
            <a:r>
              <a:rPr lang="ru-RU" dirty="0" err="1"/>
              <a:t>inux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113</Words>
  <Application>Microsoft Office PowerPoint</Application>
  <PresentationFormat>Широкоэкранный</PresentationFormat>
  <Paragraphs>21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 Office</vt:lpstr>
      <vt:lpstr>Установка Kali Linux</vt:lpstr>
      <vt:lpstr>Цель работы</vt:lpstr>
      <vt:lpstr>Техническое обеспечение</vt:lpstr>
      <vt:lpstr>Установка дистрибутива</vt:lpstr>
      <vt:lpstr>Добавление дистрибутива в виртуальную машину</vt:lpstr>
      <vt:lpstr>Вход в ОС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8</cp:revision>
  <dcterms:modified xsi:type="dcterms:W3CDTF">2026-03-07T14:03:33Z</dcterms:modified>
</cp:coreProperties>
</file>