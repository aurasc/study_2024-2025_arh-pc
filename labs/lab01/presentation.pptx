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d6fc6966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4d6fc6966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d6fc6966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4d6fc6966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2008398"/>
            <a:ext cx="61623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Установка и конфигурация операционной системы на виртуальную машину 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НБИбд-02-24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Целью данной работы является приобретение практических навыков установки операционной системы на виртуальную машину, настройки минимально необходимых для дальнейшей работы сервисов.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Подготовка и создание ВМ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Создаём папку в /</a:t>
            </a:r>
            <a:r>
              <a:rPr lang="ru-RU" dirty="0" err="1"/>
              <a:t>var</a:t>
            </a:r>
            <a:r>
              <a:rPr lang="ru-RU" dirty="0"/>
              <a:t>/</a:t>
            </a:r>
            <a:r>
              <a:rPr lang="ru-RU" dirty="0" err="1"/>
              <a:t>tmp</a:t>
            </a:r>
            <a:r>
              <a:rPr lang="ru-RU" dirty="0"/>
              <a:t>, запускаем </a:t>
            </a:r>
            <a:r>
              <a:rPr lang="ru-RU" dirty="0" err="1"/>
              <a:t>VirtualBox</a:t>
            </a:r>
            <a:r>
              <a:rPr lang="ru-RU" dirty="0"/>
              <a:t>, настраиваем путь к машинам:</a:t>
            </a:r>
            <a:endParaRPr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7D2907-2424-55E9-38E5-900C1E0DD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16702"/>
            <a:ext cx="5625145" cy="33951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Настройка параметров ВМ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Указываем RAM 2048 МБ, создаём динамический диск VDI на 40 ГБ</a:t>
            </a:r>
            <a:endParaRPr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83F875-C776-68D5-F75C-98407D1F6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71565"/>
            <a:ext cx="5896798" cy="3191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ОС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Подключаем </a:t>
            </a:r>
            <a:r>
              <a:rPr lang="en-US" dirty="0"/>
              <a:t>ISO, </a:t>
            </a:r>
            <a:r>
              <a:rPr lang="ru-RU" dirty="0"/>
              <a:t>выбираем </a:t>
            </a:r>
            <a:r>
              <a:rPr lang="en-US" dirty="0"/>
              <a:t>English, GUI, </a:t>
            </a:r>
            <a:r>
              <a:rPr lang="ru-RU" dirty="0"/>
              <a:t>отключаем </a:t>
            </a:r>
            <a:r>
              <a:rPr lang="en-US" dirty="0"/>
              <a:t>KDUMP</a:t>
            </a:r>
            <a:endParaRPr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69D652-3AE1-7242-DA25-9F25DBDB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88762"/>
            <a:ext cx="7046020" cy="4002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Настройка сети и пользователей</a:t>
            </a:r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Включаем сеть, задаём имя хоста, пароли </a:t>
            </a:r>
            <a:r>
              <a:rPr lang="ru-RU" dirty="0" err="1"/>
              <a:t>root</a:t>
            </a:r>
            <a:r>
              <a:rPr lang="ru-RU" dirty="0"/>
              <a:t> и пользователя</a:t>
            </a:r>
            <a:endParaRPr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0A3179-0408-0D97-BC24-C38732A94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74328"/>
            <a:ext cx="7026906" cy="4018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Завершение и донастройка</a:t>
            </a:r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Принимаем лицензию, устанавливаем </a:t>
            </a:r>
            <a:r>
              <a:rPr lang="ru-RU" dirty="0" err="1"/>
              <a:t>Guest</a:t>
            </a:r>
            <a:r>
              <a:rPr lang="ru-RU" dirty="0"/>
              <a:t> </a:t>
            </a:r>
            <a:r>
              <a:rPr lang="ru-RU" dirty="0" err="1"/>
              <a:t>Additions</a:t>
            </a:r>
            <a:r>
              <a:rPr lang="ru-RU" dirty="0"/>
              <a:t>, корректируем имя хоста при необходимости</a:t>
            </a:r>
            <a:endParaRPr dirty="0"/>
          </a:p>
        </p:txBody>
      </p:sp>
      <p:pic>
        <p:nvPicPr>
          <p:cNvPr id="4" name="Рисунок 3" descr="Изображение выглядит как снимок экрана, текст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209CA2-CBA1-4645-A0D2-1100C66A0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33674"/>
            <a:ext cx="5763799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Ответы на вопросы: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Учётная запись содержит: логин, </a:t>
            </a:r>
            <a:r>
              <a:rPr lang="en-US" dirty="0"/>
              <a:t>UID, GID, </a:t>
            </a:r>
            <a:r>
              <a:rPr lang="ru-RU" dirty="0"/>
              <a:t>домашний каталог, интерпретатор</a:t>
            </a:r>
          </a:p>
          <a:p>
            <a:r>
              <a:rPr lang="ru-RU" dirty="0"/>
              <a:t>Команды: </a:t>
            </a:r>
            <a:r>
              <a:rPr lang="en-US" dirty="0"/>
              <a:t>man (</a:t>
            </a:r>
            <a:r>
              <a:rPr lang="ru-RU" dirty="0"/>
              <a:t>справка), </a:t>
            </a:r>
            <a:r>
              <a:rPr lang="en-US" dirty="0"/>
              <a:t>cd (</a:t>
            </a:r>
            <a:r>
              <a:rPr lang="ru-RU" dirty="0"/>
              <a:t>переход), </a:t>
            </a:r>
            <a:r>
              <a:rPr lang="en-US" dirty="0"/>
              <a:t>ls (</a:t>
            </a:r>
            <a:r>
              <a:rPr lang="ru-RU" dirty="0"/>
              <a:t>просмотр), </a:t>
            </a:r>
            <a:r>
              <a:rPr lang="en-US" dirty="0"/>
              <a:t>du (</a:t>
            </a:r>
            <a:r>
              <a:rPr lang="ru-RU" dirty="0"/>
              <a:t>объём), </a:t>
            </a:r>
            <a:r>
              <a:rPr lang="en-US" dirty="0" err="1"/>
              <a:t>mkdir</a:t>
            </a:r>
            <a:r>
              <a:rPr lang="en-US" dirty="0"/>
              <a:t>/rm (</a:t>
            </a:r>
            <a:r>
              <a:rPr lang="ru-RU" dirty="0" err="1"/>
              <a:t>созд</a:t>
            </a:r>
            <a:r>
              <a:rPr lang="ru-RU" dirty="0"/>
              <a:t>/удал), </a:t>
            </a:r>
            <a:r>
              <a:rPr lang="en-US" dirty="0" err="1"/>
              <a:t>chmod</a:t>
            </a:r>
            <a:r>
              <a:rPr lang="en-US" dirty="0"/>
              <a:t> (</a:t>
            </a:r>
            <a:r>
              <a:rPr lang="ru-RU" dirty="0"/>
              <a:t>права), </a:t>
            </a:r>
            <a:r>
              <a:rPr lang="en-US" dirty="0"/>
              <a:t>history (</a:t>
            </a:r>
            <a:r>
              <a:rPr lang="ru-RU" dirty="0"/>
              <a:t>история)</a:t>
            </a:r>
          </a:p>
          <a:p>
            <a:r>
              <a:rPr lang="ru-RU" dirty="0"/>
              <a:t>ФС: способ хранения данных: </a:t>
            </a:r>
            <a:r>
              <a:rPr lang="en-US" dirty="0"/>
              <a:t>ext4 (</a:t>
            </a:r>
            <a:r>
              <a:rPr lang="ru-RU" dirty="0"/>
              <a:t>журн.), </a:t>
            </a:r>
            <a:r>
              <a:rPr lang="en-US" dirty="0" err="1"/>
              <a:t>xfs</a:t>
            </a:r>
            <a:r>
              <a:rPr lang="en-US" dirty="0"/>
              <a:t> (</a:t>
            </a:r>
            <a:r>
              <a:rPr lang="ru-RU" dirty="0"/>
              <a:t>высокая произв.), </a:t>
            </a:r>
            <a:r>
              <a:rPr lang="en-US" dirty="0" err="1"/>
              <a:t>ntfs</a:t>
            </a:r>
            <a:r>
              <a:rPr lang="en-US" dirty="0"/>
              <a:t> (Windows)</a:t>
            </a:r>
          </a:p>
          <a:p>
            <a:r>
              <a:rPr lang="ru-RU" dirty="0"/>
              <a:t>Просмотр монтирования: </a:t>
            </a:r>
            <a:r>
              <a:rPr lang="en-US" dirty="0"/>
              <a:t>mount </a:t>
            </a:r>
            <a:r>
              <a:rPr lang="ru-RU" dirty="0"/>
              <a:t>или </a:t>
            </a:r>
            <a:r>
              <a:rPr lang="en-US" dirty="0" err="1"/>
              <a:t>findmnt</a:t>
            </a:r>
            <a:endParaRPr lang="en-US" dirty="0"/>
          </a:p>
          <a:p>
            <a:r>
              <a:rPr lang="ru-RU" dirty="0"/>
              <a:t>Удаление процесса: </a:t>
            </a:r>
            <a:r>
              <a:rPr lang="en-US" dirty="0"/>
              <a:t>kill -9 PID </a:t>
            </a:r>
            <a:r>
              <a:rPr lang="ru-RU" dirty="0"/>
              <a:t>или </a:t>
            </a:r>
            <a:r>
              <a:rPr lang="en-US" dirty="0" err="1"/>
              <a:t>pkill</a:t>
            </a:r>
            <a:r>
              <a:rPr lang="en-US" dirty="0"/>
              <a:t> </a:t>
            </a:r>
            <a:r>
              <a:rPr lang="ru-RU" dirty="0"/>
              <a:t>имя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Освоены навыки установки ОС </a:t>
            </a:r>
            <a:r>
              <a:rPr lang="ru-RU" dirty="0" err="1"/>
              <a:t>Rocky</a:t>
            </a:r>
            <a:r>
              <a:rPr lang="ru-RU" dirty="0"/>
              <a:t> Linux на </a:t>
            </a:r>
            <a:r>
              <a:rPr lang="ru-RU" dirty="0" err="1"/>
              <a:t>VirtualBox</a:t>
            </a:r>
            <a:endParaRPr lang="ru-RU" dirty="0"/>
          </a:p>
          <a:p>
            <a:r>
              <a:rPr lang="ru-RU" dirty="0"/>
              <a:t>Настроены сетевое имя хоста, учётная запись и дополнения гостевой ОС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261</Words>
  <Application>Microsoft Office PowerPoint</Application>
  <PresentationFormat>Широкоэкранный</PresentationFormat>
  <Paragraphs>32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Установка и конфигурация операционной системы на виртуальную машину </vt:lpstr>
      <vt:lpstr>Цель работы</vt:lpstr>
      <vt:lpstr>Техническое обеспечение</vt:lpstr>
      <vt:lpstr>Подготовка и создание ВМ</vt:lpstr>
      <vt:lpstr>Настройка параметров ВМ</vt:lpstr>
      <vt:lpstr>Установка ОС</vt:lpstr>
      <vt:lpstr>Настройка сети и пользователей</vt:lpstr>
      <vt:lpstr>Завершение и донастройка</vt:lpstr>
      <vt:lpstr>Ответы на вопросы: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5</cp:revision>
  <dcterms:modified xsi:type="dcterms:W3CDTF">2026-02-21T18:35:21Z</dcterms:modified>
</cp:coreProperties>
</file>