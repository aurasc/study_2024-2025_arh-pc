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d6fc6966d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4d6fc6966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d6fc6966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4d6fc6966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3999" y="2162286"/>
            <a:ext cx="75337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l">
              <a:lnSpc>
                <a:spcPct val="100000"/>
              </a:lnSpc>
              <a:buSzPts val="2000"/>
            </a:pPr>
            <a:r>
              <a:rPr lang="ru-RU" sz="2000" dirty="0"/>
              <a:t>Дискреционное разграничение прав в Linux. Основные атрибуты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НБИбд-02-24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>
              <a:buSzPts val="2800"/>
            </a:pPr>
            <a:r>
              <a:rPr lang="ru-RU" dirty="0"/>
              <a:t>Получение практических навыков работы в консоли с атрибутами файлов.</a:t>
            </a:r>
          </a:p>
          <a:p>
            <a:pPr marL="228600" lvl="0" indent="-292100">
              <a:buSzPts val="2800"/>
            </a:pPr>
            <a:r>
              <a:rPr lang="ru-RU" dirty="0"/>
              <a:t>Закрепление теоретических основ дискреционного разграничения доступа в ОС Linux.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Создание пользователя </a:t>
            </a:r>
            <a:r>
              <a:rPr lang="en-US" dirty="0"/>
              <a:t>guest</a:t>
            </a:r>
            <a:endParaRPr lang="ru-RU"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С помощью команды </a:t>
            </a: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useradd</a:t>
            </a:r>
            <a:r>
              <a:rPr lang="ru-RU" dirty="0"/>
              <a:t> </a:t>
            </a:r>
            <a:r>
              <a:rPr lang="ru-RU" dirty="0" err="1"/>
              <a:t>guest</a:t>
            </a:r>
            <a:r>
              <a:rPr lang="ru-RU" dirty="0"/>
              <a:t> была создана новая учетная запись пользователя. Командой </a:t>
            </a: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passwd</a:t>
            </a:r>
            <a:r>
              <a:rPr lang="ru-RU" dirty="0"/>
              <a:t> </a:t>
            </a:r>
            <a:r>
              <a:rPr lang="ru-RU" dirty="0" err="1"/>
              <a:t>guest</a:t>
            </a:r>
            <a:r>
              <a:rPr lang="ru-RU" dirty="0"/>
              <a:t> установлен пароль для пользователя </a:t>
            </a:r>
            <a:r>
              <a:rPr lang="ru-RU" dirty="0" err="1"/>
              <a:t>guest</a:t>
            </a:r>
            <a:r>
              <a:rPr lang="ru-RU" dirty="0"/>
              <a:t>. После создания пользователя выполнен выход из системы для входа под новой учетной записью.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F0DC3D-56AD-56DE-4E7D-4247946AE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74" y="4001294"/>
            <a:ext cx="4625987" cy="36306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Вход в систему и определение текущей информации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После входа в систему под пользователем </a:t>
            </a:r>
            <a:r>
              <a:rPr lang="ru-RU" dirty="0" err="1"/>
              <a:t>guest</a:t>
            </a:r>
            <a:r>
              <a:rPr lang="ru-RU" dirty="0"/>
              <a:t> были выполнены следующие команды: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AE3558-0196-08D3-78F4-225168EC8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89767"/>
            <a:ext cx="6182588" cy="4829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Просмотр директорий и создание dir1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 err="1"/>
              <a:t>lsattr</a:t>
            </a:r>
            <a:r>
              <a:rPr lang="ru-RU" dirty="0"/>
              <a:t> показал, что расширенные атрибуты на dir1 не установлены.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D5BA67-B4EE-938C-FA19-2957F20C5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39370"/>
            <a:ext cx="4526272" cy="3537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Эксперимент с правами доступа</a:t>
            </a:r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Командой </a:t>
            </a:r>
            <a:r>
              <a:rPr lang="ru-RU" dirty="0" err="1"/>
              <a:t>chmod</a:t>
            </a:r>
            <a:r>
              <a:rPr lang="ru-RU" dirty="0"/>
              <a:t> 000 dir1 были сняты все права доступа с директории dir1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92508D-5034-BDE2-8F8A-DB120C090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2724560"/>
            <a:ext cx="5257800" cy="41334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Заполнение таблицы 2.1</a:t>
            </a:r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Примеры выполнения команд для разных прав: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A0AB78-DEA2-806D-FDA1-840EF9396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27167"/>
            <a:ext cx="8547913" cy="38657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ходе выполнения лабораторной работы были получены практические навыки работы с атрибутами файлов и директорий в ОС Linux.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196</Words>
  <Application>Microsoft Office PowerPoint</Application>
  <PresentationFormat>Широкоэкранный</PresentationFormat>
  <Paragraphs>26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Тема Office</vt:lpstr>
      <vt:lpstr>Дискреционное разграничение прав в Linux. Основные атрибуты</vt:lpstr>
      <vt:lpstr>Цель работы</vt:lpstr>
      <vt:lpstr>Техническое обеспечение</vt:lpstr>
      <vt:lpstr>Создание пользователя guest</vt:lpstr>
      <vt:lpstr>Вход в систему и определение текущей информации</vt:lpstr>
      <vt:lpstr>Просмотр директорий и создание dir1</vt:lpstr>
      <vt:lpstr>Эксперимент с правами доступа</vt:lpstr>
      <vt:lpstr>Заполнение таблицы 2.1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7</cp:revision>
  <dcterms:modified xsi:type="dcterms:W3CDTF">2026-03-07T11:32:21Z</dcterms:modified>
</cp:coreProperties>
</file>